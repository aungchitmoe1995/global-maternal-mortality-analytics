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Country median</c:v>
                </c:pt>
              </c:strCache>
            </c:strRef>
          </c:tx>
          <c:spPr>
            <a:ln>
              <a:solidFill>
                <a:srgbClr val="BD582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70.98792696</c:v>
                </c:pt>
                <c:pt idx="1">
                  <c:v>68.08628507</c:v>
                </c:pt>
                <c:pt idx="2">
                  <c:v>65.96649073</c:v>
                </c:pt>
                <c:pt idx="3">
                  <c:v>66.7650926</c:v>
                </c:pt>
                <c:pt idx="4">
                  <c:v>63.03609453</c:v>
                </c:pt>
                <c:pt idx="5">
                  <c:v>60.07114127</c:v>
                </c:pt>
                <c:pt idx="6">
                  <c:v>58.1434583</c:v>
                </c:pt>
                <c:pt idx="7">
                  <c:v>56.80667155</c:v>
                </c:pt>
                <c:pt idx="8">
                  <c:v>55.75415788</c:v>
                </c:pt>
                <c:pt idx="9">
                  <c:v>56.25990184</c:v>
                </c:pt>
                <c:pt idx="10">
                  <c:v>56.14203479</c:v>
                </c:pt>
                <c:pt idx="11">
                  <c:v>54.97621855</c:v>
                </c:pt>
                <c:pt idx="12">
                  <c:v>54.56368436</c:v>
                </c:pt>
                <c:pt idx="13">
                  <c:v>53.2497457</c:v>
                </c:pt>
                <c:pt idx="14">
                  <c:v>52.83571595</c:v>
                </c:pt>
                <c:pt idx="15">
                  <c:v>51.87234718</c:v>
                </c:pt>
                <c:pt idx="16">
                  <c:v>50.62311782</c:v>
                </c:pt>
                <c:pt idx="17">
                  <c:v>47.23220189</c:v>
                </c:pt>
                <c:pt idx="18">
                  <c:v>49.32973142</c:v>
                </c:pt>
                <c:pt idx="19">
                  <c:v>48.399628</c:v>
                </c:pt>
                <c:pt idx="20">
                  <c:v>56.00752292</c:v>
                </c:pt>
                <c:pt idx="21">
                  <c:v>76.61515702</c:v>
                </c:pt>
                <c:pt idx="22">
                  <c:v>52.99854086</c:v>
                </c:pt>
                <c:pt idx="23">
                  <c:v>46.64777161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aggregate MMR</c:v>
                </c:pt>
              </c:strCache>
            </c:strRef>
          </c:tx>
          <c:spPr>
            <a:ln>
              <a:solidFill>
                <a:srgbClr val="7C63A8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325.2407917948253</c:v>
                </c:pt>
                <c:pt idx="1">
                  <c:v>318.9868952712907</c:v>
                </c:pt>
                <c:pt idx="2">
                  <c:v>309.3456070745023</c:v>
                </c:pt>
                <c:pt idx="3">
                  <c:v>298.9153144074348</c:v>
                </c:pt>
                <c:pt idx="4">
                  <c:v>289.187757094479</c:v>
                </c:pt>
                <c:pt idx="5">
                  <c:v>281.0518209048194</c:v>
                </c:pt>
                <c:pt idx="6">
                  <c:v>274.2635243934108</c:v>
                </c:pt>
                <c:pt idx="7">
                  <c:v>267.8042896935813</c:v>
                </c:pt>
                <c:pt idx="8">
                  <c:v>262.6090691348123</c:v>
                </c:pt>
                <c:pt idx="9">
                  <c:v>256.9283121091733</c:v>
                </c:pt>
                <c:pt idx="10">
                  <c:v>251.5669040425092</c:v>
                </c:pt>
                <c:pt idx="11">
                  <c:v>245.1107895913294</c:v>
                </c:pt>
                <c:pt idx="12">
                  <c:v>236.1491586603332</c:v>
                </c:pt>
                <c:pt idx="13">
                  <c:v>232.5134197331479</c:v>
                </c:pt>
                <c:pt idx="14">
                  <c:v>227.2788023907732</c:v>
                </c:pt>
                <c:pt idx="15">
                  <c:v>223.8317688729668</c:v>
                </c:pt>
                <c:pt idx="16">
                  <c:v>215.8108750746617</c:v>
                </c:pt>
                <c:pt idx="17">
                  <c:v>209.4723405085857</c:v>
                </c:pt>
                <c:pt idx="18">
                  <c:v>205.3854703359433</c:v>
                </c:pt>
                <c:pt idx="19">
                  <c:v>201.1723398406373</c:v>
                </c:pt>
                <c:pt idx="20">
                  <c:v>203.974529546562</c:v>
                </c:pt>
                <c:pt idx="21">
                  <c:v>230.0337365494938</c:v>
                </c:pt>
                <c:pt idx="22">
                  <c:v>194.9370099404809</c:v>
                </c:pt>
                <c:pt idx="23">
                  <c:v>188.66942123835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>
              <a:solidFill>
                <a:srgbClr val="BD582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785.7559761</c:v>
                </c:pt>
                <c:pt idx="1">
                  <c:v>720.040587</c:v>
                </c:pt>
                <c:pt idx="2">
                  <c:v>677.2326796999999</c:v>
                </c:pt>
                <c:pt idx="3">
                  <c:v>615.6745958</c:v>
                </c:pt>
                <c:pt idx="4">
                  <c:v>606.6716841</c:v>
                </c:pt>
                <c:pt idx="5">
                  <c:v>612.5145506</c:v>
                </c:pt>
                <c:pt idx="6">
                  <c:v>618.8113974</c:v>
                </c:pt>
                <c:pt idx="7">
                  <c:v>630.5016458</c:v>
                </c:pt>
                <c:pt idx="8">
                  <c:v>619.6251797</c:v>
                </c:pt>
                <c:pt idx="9">
                  <c:v>608.3976644000001</c:v>
                </c:pt>
                <c:pt idx="10">
                  <c:v>600.7433814</c:v>
                </c:pt>
                <c:pt idx="11">
                  <c:v>584.9256953</c:v>
                </c:pt>
                <c:pt idx="12">
                  <c:v>549.0358392000001</c:v>
                </c:pt>
                <c:pt idx="13">
                  <c:v>525.218631</c:v>
                </c:pt>
                <c:pt idx="14">
                  <c:v>497.213925</c:v>
                </c:pt>
                <c:pt idx="15">
                  <c:v>473.8866672</c:v>
                </c:pt>
                <c:pt idx="16">
                  <c:v>469.8804851</c:v>
                </c:pt>
                <c:pt idx="17">
                  <c:v>453.0326894</c:v>
                </c:pt>
                <c:pt idx="18">
                  <c:v>434.2751569</c:v>
                </c:pt>
                <c:pt idx="19">
                  <c:v>415.9578666</c:v>
                </c:pt>
                <c:pt idx="20">
                  <c:v>400.1448083</c:v>
                </c:pt>
                <c:pt idx="21">
                  <c:v>403.2205497</c:v>
                </c:pt>
                <c:pt idx="22">
                  <c:v>365.0213741</c:v>
                </c:pt>
                <c:pt idx="23">
                  <c:v>353.5635563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>
              <a:solidFill>
                <a:srgbClr val="7C63A8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383.545165</c:v>
                </c:pt>
                <c:pt idx="1">
                  <c:v>400.0598268</c:v>
                </c:pt>
                <c:pt idx="2">
                  <c:v>380.1861072</c:v>
                </c:pt>
                <c:pt idx="3">
                  <c:v>365.5351875</c:v>
                </c:pt>
                <c:pt idx="4">
                  <c:v>343.9954379</c:v>
                </c:pt>
                <c:pt idx="5">
                  <c:v>326.3219938</c:v>
                </c:pt>
                <c:pt idx="6">
                  <c:v>318.043287</c:v>
                </c:pt>
                <c:pt idx="7">
                  <c:v>323.8621205</c:v>
                </c:pt>
                <c:pt idx="8">
                  <c:v>310.0428781</c:v>
                </c:pt>
                <c:pt idx="9">
                  <c:v>298.6754917</c:v>
                </c:pt>
                <c:pt idx="10">
                  <c:v>288.6090495</c:v>
                </c:pt>
                <c:pt idx="11">
                  <c:v>267.3203025</c:v>
                </c:pt>
                <c:pt idx="12">
                  <c:v>244.1808988</c:v>
                </c:pt>
                <c:pt idx="13">
                  <c:v>230.4086928</c:v>
                </c:pt>
                <c:pt idx="14">
                  <c:v>216.7063553</c:v>
                </c:pt>
                <c:pt idx="15">
                  <c:v>210.0937347</c:v>
                </c:pt>
                <c:pt idx="16">
                  <c:v>204.4976007</c:v>
                </c:pt>
                <c:pt idx="17">
                  <c:v>194.8883135</c:v>
                </c:pt>
                <c:pt idx="18">
                  <c:v>182.9122719</c:v>
                </c:pt>
                <c:pt idx="19">
                  <c:v>173.4325177</c:v>
                </c:pt>
                <c:pt idx="20">
                  <c:v>163.9764828</c:v>
                </c:pt>
                <c:pt idx="21">
                  <c:v>210.5683328</c:v>
                </c:pt>
                <c:pt idx="22">
                  <c:v>158.5692006</c:v>
                </c:pt>
                <c:pt idx="23">
                  <c:v>146.3742813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>
              <a:solidFill>
                <a:srgbClr val="168B80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68.143394155</c:v>
                </c:pt>
                <c:pt idx="1">
                  <c:v>65.35614050999999</c:v>
                </c:pt>
                <c:pt idx="2">
                  <c:v>61.9556977</c:v>
                </c:pt>
                <c:pt idx="3">
                  <c:v>59.902982915</c:v>
                </c:pt>
                <c:pt idx="4">
                  <c:v>57.304271895</c:v>
                </c:pt>
                <c:pt idx="5">
                  <c:v>54.930746555</c:v>
                </c:pt>
                <c:pt idx="6">
                  <c:v>54.02994370499999</c:v>
                </c:pt>
                <c:pt idx="7">
                  <c:v>53.701096435</c:v>
                </c:pt>
                <c:pt idx="8">
                  <c:v>54.57937219999999</c:v>
                </c:pt>
                <c:pt idx="9">
                  <c:v>54.040607805</c:v>
                </c:pt>
                <c:pt idx="10">
                  <c:v>53.64730235</c:v>
                </c:pt>
                <c:pt idx="11">
                  <c:v>51.91654836</c:v>
                </c:pt>
                <c:pt idx="12">
                  <c:v>51.21601099</c:v>
                </c:pt>
                <c:pt idx="13">
                  <c:v>49.84641736</c:v>
                </c:pt>
                <c:pt idx="14">
                  <c:v>48.53889441</c:v>
                </c:pt>
                <c:pt idx="15">
                  <c:v>46.76950636</c:v>
                </c:pt>
                <c:pt idx="16">
                  <c:v>46.79706027</c:v>
                </c:pt>
                <c:pt idx="17">
                  <c:v>44.43361378</c:v>
                </c:pt>
                <c:pt idx="18">
                  <c:v>44.29512665</c:v>
                </c:pt>
                <c:pt idx="19">
                  <c:v>44.07851741</c:v>
                </c:pt>
                <c:pt idx="20">
                  <c:v>50.945616395</c:v>
                </c:pt>
                <c:pt idx="21">
                  <c:v>77.561105115</c:v>
                </c:pt>
                <c:pt idx="22">
                  <c:v>48.31056552</c:v>
                </c:pt>
                <c:pt idx="23">
                  <c:v>43.03308049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income</c:v>
                </c:pt>
              </c:strCache>
            </c:strRef>
          </c:tx>
          <c:spPr>
            <a:ln>
              <a:solidFill>
                <a:srgbClr val="315D8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12.36923454</c:v>
                </c:pt>
                <c:pt idx="1">
                  <c:v>12.57329002</c:v>
                </c:pt>
                <c:pt idx="2">
                  <c:v>13.032432385</c:v>
                </c:pt>
                <c:pt idx="3">
                  <c:v>12.61319506</c:v>
                </c:pt>
                <c:pt idx="4">
                  <c:v>11.356986365</c:v>
                </c:pt>
                <c:pt idx="5">
                  <c:v>11.261778245</c:v>
                </c:pt>
                <c:pt idx="6">
                  <c:v>10.96055726</c:v>
                </c:pt>
                <c:pt idx="7">
                  <c:v>10.401754555</c:v>
                </c:pt>
                <c:pt idx="8">
                  <c:v>9.851559345999998</c:v>
                </c:pt>
                <c:pt idx="9">
                  <c:v>9.943624548500001</c:v>
                </c:pt>
                <c:pt idx="10">
                  <c:v>9.810843469</c:v>
                </c:pt>
                <c:pt idx="11">
                  <c:v>9.7643866175</c:v>
                </c:pt>
                <c:pt idx="12">
                  <c:v>9.174472113499998</c:v>
                </c:pt>
                <c:pt idx="13">
                  <c:v>8.48875239</c:v>
                </c:pt>
                <c:pt idx="14">
                  <c:v>8.229633293500001</c:v>
                </c:pt>
                <c:pt idx="15">
                  <c:v>8.025948296999999</c:v>
                </c:pt>
                <c:pt idx="16">
                  <c:v>8.0545610655</c:v>
                </c:pt>
                <c:pt idx="17">
                  <c:v>7.8961694025</c:v>
                </c:pt>
                <c:pt idx="18">
                  <c:v>7.9653299315</c:v>
                </c:pt>
                <c:pt idx="19">
                  <c:v>8.1071514895</c:v>
                </c:pt>
                <c:pt idx="20">
                  <c:v>11.337737975</c:v>
                </c:pt>
                <c:pt idx="21">
                  <c:v>11.0569239995</c:v>
                </c:pt>
                <c:pt idx="22">
                  <c:v>9.8510764155</c:v>
                </c:pt>
                <c:pt idx="23">
                  <c:v>7.665702356000001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3.014104262279679</c:v>
                </c:pt>
                <c:pt idx="1">
                  <c:v>3.395537232159631</c:v>
                </c:pt>
                <c:pt idx="2">
                  <c:v>3.054105864736444</c:v>
                </c:pt>
                <c:pt idx="3">
                  <c:v>3.192940280514543</c:v>
                </c:pt>
                <c:pt idx="4">
                  <c:v>3.440587842841374</c:v>
                </c:pt>
                <c:pt idx="5">
                  <c:v>3.471819400685868</c:v>
                </c:pt>
                <c:pt idx="6">
                  <c:v>3.425014589828979</c:v>
                </c:pt>
                <c:pt idx="7">
                  <c:v>3.208689535755405</c:v>
                </c:pt>
                <c:pt idx="8">
                  <c:v>3.212082487769507</c:v>
                </c:pt>
                <c:pt idx="9">
                  <c:v>3.456590802925699</c:v>
                </c:pt>
                <c:pt idx="10">
                  <c:v>3.179743417541862</c:v>
                </c:pt>
                <c:pt idx="11">
                  <c:v>3.217299325176968</c:v>
                </c:pt>
                <c:pt idx="12">
                  <c:v>3.233749837478286</c:v>
                </c:pt>
                <c:pt idx="13">
                  <c:v>3.500789388735984</c:v>
                </c:pt>
                <c:pt idx="14">
                  <c:v>3.338671416495319</c:v>
                </c:pt>
                <c:pt idx="15">
                  <c:v>3.482150979915254</c:v>
                </c:pt>
                <c:pt idx="16">
                  <c:v>3.386237295140127</c:v>
                </c:pt>
                <c:pt idx="17">
                  <c:v>3.445768514333698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3.934374143822032</c:v>
                </c:pt>
                <c:pt idx="1">
                  <c:v>3.570684476754015</c:v>
                </c:pt>
                <c:pt idx="2">
                  <c:v>3.916053580898226</c:v>
                </c:pt>
                <c:pt idx="3">
                  <c:v>4.065062494089856</c:v>
                </c:pt>
                <c:pt idx="4">
                  <c:v>4.164659012011284</c:v>
                </c:pt>
                <c:pt idx="5">
                  <c:v>3.8143074646013</c:v>
                </c:pt>
                <c:pt idx="6">
                  <c:v>3.687996998557315</c:v>
                </c:pt>
                <c:pt idx="7">
                  <c:v>3.790446165688684</c:v>
                </c:pt>
                <c:pt idx="8">
                  <c:v>3.545079222001057</c:v>
                </c:pt>
                <c:pt idx="9">
                  <c:v>4.222492437025122</c:v>
                </c:pt>
                <c:pt idx="10">
                  <c:v>3.833053849757472</c:v>
                </c:pt>
                <c:pt idx="11">
                  <c:v>3.591601458962641</c:v>
                </c:pt>
                <c:pt idx="12">
                  <c:v>3.810761956116889</c:v>
                </c:pt>
                <c:pt idx="13">
                  <c:v>3.468217878782687</c:v>
                </c:pt>
                <c:pt idx="14">
                  <c:v>3.94795056170977</c:v>
                </c:pt>
                <c:pt idx="15">
                  <c:v>3.755251549145515</c:v>
                </c:pt>
                <c:pt idx="16">
                  <c:v>3.817946972019574</c:v>
                </c:pt>
                <c:pt idx="17">
                  <c:v>3.825769519134951</c:v>
                </c:pt>
                <c:pt idx="18">
                  <c:v>3.501747116057</c:v>
                </c:pt>
                <c:pt idx="19">
                  <c:v>3.922837307819973</c:v>
                </c:pt>
                <c:pt idx="20">
                  <c:v>4.054240210866811</c:v>
                </c:pt>
                <c:pt idx="21">
                  <c:v>3.413711563829735</c:v>
                </c:pt>
                <c:pt idx="22">
                  <c:v>3.950138473551012</c:v>
                </c:pt>
                <c:pt idx="23">
                  <c:v>3.72949993975909</c:v>
                </c:pt>
                <c:pt idx="24">
                  <c:v>3.797715817897089</c:v>
                </c:pt>
                <c:pt idx="25">
                  <c:v>4.005448042841881</c:v>
                </c:pt>
                <c:pt idx="26">
                  <c:v>3.894482435954611</c:v>
                </c:pt>
                <c:pt idx="27">
                  <c:v>3.874860316079737</c:v>
                </c:pt>
                <c:pt idx="28">
                  <c:v>3.686746196532043</c:v>
                </c:pt>
                <c:pt idx="29">
                  <c:v>3.733900663164389</c:v>
                </c:pt>
                <c:pt idx="30">
                  <c:v>3.62390833315937</c:v>
                </c:pt>
                <c:pt idx="31">
                  <c:v>3.745264123449538</c:v>
                </c:pt>
                <c:pt idx="32">
                  <c:v>3.633949093616666</c:v>
                </c:pt>
                <c:pt idx="33">
                  <c:v>3.369192601602959</c:v>
                </c:pt>
                <c:pt idx="34">
                  <c:v>3.743611794389996</c:v>
                </c:pt>
                <c:pt idx="35">
                  <c:v>4.007811939333848</c:v>
                </c:pt>
                <c:pt idx="36">
                  <c:v>3.507292137047475</c:v>
                </c:pt>
                <c:pt idx="37">
                  <c:v>3.65053327211232</c:v>
                </c:pt>
                <c:pt idx="38">
                  <c:v>4.102123534614147</c:v>
                </c:pt>
                <c:pt idx="39">
                  <c:v>3.558803751817848</c:v>
                </c:pt>
                <c:pt idx="40">
                  <c:v>4.021771920396542</c:v>
                </c:pt>
                <c:pt idx="41">
                  <c:v>3.577816421642748</c:v>
                </c:pt>
                <c:pt idx="42">
                  <c:v>3.565078175887528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4.311788753047911</c:v>
                </c:pt>
                <c:pt idx="1">
                  <c:v>4.435053970696011</c:v>
                </c:pt>
                <c:pt idx="2">
                  <c:v>4.287863312361943</c:v>
                </c:pt>
                <c:pt idx="3">
                  <c:v>4.32859850387108</c:v>
                </c:pt>
                <c:pt idx="4">
                  <c:v>4.296773051811291</c:v>
                </c:pt>
                <c:pt idx="5">
                  <c:v>4.443770354056984</c:v>
                </c:pt>
                <c:pt idx="6">
                  <c:v>4.09240511072371</c:v>
                </c:pt>
                <c:pt idx="7">
                  <c:v>4.28057409599259</c:v>
                </c:pt>
                <c:pt idx="8">
                  <c:v>4.277207512936295</c:v>
                </c:pt>
                <c:pt idx="9">
                  <c:v>4.355781894133608</c:v>
                </c:pt>
                <c:pt idx="10">
                  <c:v>4.264974146405036</c:v>
                </c:pt>
                <c:pt idx="11">
                  <c:v>3.965129255478816</c:v>
                </c:pt>
                <c:pt idx="12">
                  <c:v>4.261934027154209</c:v>
                </c:pt>
                <c:pt idx="13">
                  <c:v>4.367029415900244</c:v>
                </c:pt>
                <c:pt idx="14">
                  <c:v>4.180679842025926</c:v>
                </c:pt>
                <c:pt idx="15">
                  <c:v>4.155978343284479</c:v>
                </c:pt>
                <c:pt idx="16">
                  <c:v>4.120402968366806</c:v>
                </c:pt>
                <c:pt idx="17">
                  <c:v>3.584474966200161</c:v>
                </c:pt>
                <c:pt idx="18">
                  <c:v>4.271874648276348</c:v>
                </c:pt>
                <c:pt idx="19">
                  <c:v>4.35392640788219</c:v>
                </c:pt>
                <c:pt idx="20">
                  <c:v>4.184752505458025</c:v>
                </c:pt>
                <c:pt idx="21">
                  <c:v>4.232822263502018</c:v>
                </c:pt>
                <c:pt idx="22">
                  <c:v>4.092733677259009</c:v>
                </c:pt>
                <c:pt idx="23">
                  <c:v>4.14270066680653</c:v>
                </c:pt>
                <c:pt idx="24">
                  <c:v>4.231592351601682</c:v>
                </c:pt>
                <c:pt idx="25">
                  <c:v>4.056859592425172</c:v>
                </c:pt>
                <c:pt idx="26">
                  <c:v>4.013207364056417</c:v>
                </c:pt>
                <c:pt idx="27">
                  <c:v>4.540369960271674</c:v>
                </c:pt>
                <c:pt idx="28">
                  <c:v>4.096096164603145</c:v>
                </c:pt>
                <c:pt idx="29">
                  <c:v>4.373574469953421</c:v>
                </c:pt>
                <c:pt idx="30">
                  <c:v>4.116111735299558</c:v>
                </c:pt>
                <c:pt idx="31">
                  <c:v>4.203592181260294</c:v>
                </c:pt>
                <c:pt idx="32">
                  <c:v>4.34894799378238</c:v>
                </c:pt>
                <c:pt idx="33">
                  <c:v>4.339747964386871</c:v>
                </c:pt>
                <c:pt idx="34">
                  <c:v>3.830895367013917</c:v>
                </c:pt>
                <c:pt idx="35">
                  <c:v>4.370239550272554</c:v>
                </c:pt>
                <c:pt idx="36">
                  <c:v>4.210127524460177</c:v>
                </c:pt>
                <c:pt idx="37">
                  <c:v>4.422770924595424</c:v>
                </c:pt>
                <c:pt idx="38">
                  <c:v>4.516636732613722</c:v>
                </c:pt>
                <c:pt idx="39">
                  <c:v>4.185889738459053</c:v>
                </c:pt>
                <c:pt idx="40">
                  <c:v>3.995570832908589</c:v>
                </c:pt>
                <c:pt idx="41">
                  <c:v>4.199524396540772</c:v>
                </c:pt>
                <c:pt idx="42">
                  <c:v>4.057069936671192</c:v>
                </c:pt>
                <c:pt idx="43">
                  <c:v>4.410526425096638</c:v>
                </c:pt>
                <c:pt idx="44">
                  <c:v>4.279230294586482</c:v>
                </c:pt>
                <c:pt idx="45">
                  <c:v>4.327262268626768</c:v>
                </c:pt>
                <c:pt idx="46">
                  <c:v>4.247626148296637</c:v>
                </c:pt>
                <c:pt idx="47">
                  <c:v>3.847036876818831</c:v>
                </c:pt>
                <c:pt idx="48">
                  <c:v>4.544925489456752</c:v>
                </c:pt>
                <c:pt idx="49">
                  <c:v>3.72551658840399</c:v>
                </c:pt>
                <c:pt idx="50">
                  <c:v>4.251838768234305</c:v>
                </c:pt>
                <c:pt idx="51">
                  <c:v>4.131451835783206</c:v>
                </c:pt>
                <c:pt idx="52">
                  <c:v>3.868332365159844</c:v>
                </c:pt>
                <c:pt idx="53">
                  <c:v>4.136573946446483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4.810442867198852</c:v>
                </c:pt>
                <c:pt idx="1">
                  <c:v>4.846583469306387</c:v>
                </c:pt>
                <c:pt idx="2">
                  <c:v>4.45806945100548</c:v>
                </c:pt>
                <c:pt idx="3">
                  <c:v>4.783081067299108</c:v>
                </c:pt>
                <c:pt idx="4">
                  <c:v>4.809803441182118</c:v>
                </c:pt>
                <c:pt idx="5">
                  <c:v>4.799630051445661</c:v>
                </c:pt>
                <c:pt idx="6">
                  <c:v>4.519482524188231</c:v>
                </c:pt>
                <c:pt idx="7">
                  <c:v>4.762077375150625</c:v>
                </c:pt>
                <c:pt idx="8">
                  <c:v>4.54680500781595</c:v>
                </c:pt>
                <c:pt idx="9">
                  <c:v>4.319418712582212</c:v>
                </c:pt>
                <c:pt idx="10">
                  <c:v>4.884323450750949</c:v>
                </c:pt>
                <c:pt idx="11">
                  <c:v>4.764089248417039</c:v>
                </c:pt>
                <c:pt idx="12">
                  <c:v>4.931373223075521</c:v>
                </c:pt>
                <c:pt idx="13">
                  <c:v>4.471297856595138</c:v>
                </c:pt>
                <c:pt idx="14">
                  <c:v>4.421250770903513</c:v>
                </c:pt>
                <c:pt idx="15">
                  <c:v>4.713279664561821</c:v>
                </c:pt>
                <c:pt idx="16">
                  <c:v>4.677227332783652</c:v>
                </c:pt>
                <c:pt idx="17">
                  <c:v>4.800305918199094</c:v>
                </c:pt>
                <c:pt idx="18">
                  <c:v>4.838810714466853</c:v>
                </c:pt>
                <c:pt idx="19">
                  <c:v>4.675068539821564</c:v>
                </c:pt>
                <c:pt idx="20">
                  <c:v>4.615789918767964</c:v>
                </c:pt>
                <c:pt idx="21">
                  <c:v>4.748589332152186</c:v>
                </c:pt>
                <c:pt idx="22">
                  <c:v>4.734773619884002</c:v>
                </c:pt>
                <c:pt idx="23">
                  <c:v>4.727731708158765</c:v>
                </c:pt>
                <c:pt idx="24">
                  <c:v>4.564672140345644</c:v>
                </c:pt>
                <c:pt idx="25">
                  <c:v>4.6929557904144</c:v>
                </c:pt>
                <c:pt idx="26">
                  <c:v>4.616163024507562</c:v>
                </c:pt>
                <c:pt idx="27">
                  <c:v>4.605663268780712</c:v>
                </c:pt>
                <c:pt idx="28">
                  <c:v>5.070627842263331</c:v>
                </c:pt>
                <c:pt idx="29">
                  <c:v>4.840533414068094</c:v>
                </c:pt>
                <c:pt idx="30">
                  <c:v>4.678256518801887</c:v>
                </c:pt>
                <c:pt idx="31">
                  <c:v>4.722984415321307</c:v>
                </c:pt>
                <c:pt idx="32">
                  <c:v>4.675661206133317</c:v>
                </c:pt>
                <c:pt idx="33">
                  <c:v>4.485956637998676</c:v>
                </c:pt>
                <c:pt idx="34">
                  <c:v>4.732629690536424</c:v>
                </c:pt>
                <c:pt idx="35">
                  <c:v>4.679338787359869</c:v>
                </c:pt>
                <c:pt idx="36">
                  <c:v>4.665898863545789</c:v>
                </c:pt>
                <c:pt idx="37">
                  <c:v>5.114106757510249</c:v>
                </c:pt>
                <c:pt idx="38">
                  <c:v>4.571449362004331</c:v>
                </c:pt>
                <c:pt idx="39">
                  <c:v>4.781466458516271</c:v>
                </c:pt>
                <c:pt idx="40">
                  <c:v>4.846330644695891</c:v>
                </c:pt>
                <c:pt idx="41">
                  <c:v>4.974810779365845</c:v>
                </c:pt>
                <c:pt idx="42">
                  <c:v>4.074030434336053</c:v>
                </c:pt>
                <c:pt idx="43">
                  <c:v>4.695416768704395</c:v>
                </c:pt>
                <c:pt idx="44">
                  <c:v>4.577418450677904</c:v>
                </c:pt>
                <c:pt idx="45">
                  <c:v>4.554767357579067</c:v>
                </c:pt>
                <c:pt idx="46">
                  <c:v>4.217145688057749</c:v>
                </c:pt>
                <c:pt idx="47">
                  <c:v>4.640210706658188</c:v>
                </c:pt>
                <c:pt idx="48">
                  <c:v>4.620846366041698</c:v>
                </c:pt>
                <c:pt idx="49">
                  <c:v>5.065053397596208</c:v>
                </c:pt>
                <c:pt idx="50">
                  <c:v>4.603325083201134</c:v>
                </c:pt>
                <c:pt idx="51">
                  <c:v>4.600770931391641</c:v>
                </c:pt>
                <c:pt idx="52">
                  <c:v>4.80943744987756</c:v>
                </c:pt>
                <c:pt idx="53">
                  <c:v>5.114933895823795</c:v>
                </c:pt>
                <c:pt idx="54">
                  <c:v>4.850963368538408</c:v>
                </c:pt>
                <c:pt idx="55">
                  <c:v>4.596618506621398</c:v>
                </c:pt>
                <c:pt idx="56">
                  <c:v>4.68111834709364</c:v>
                </c:pt>
                <c:pt idx="57">
                  <c:v>4.793249006510179</c:v>
                </c:pt>
                <c:pt idx="58">
                  <c:v>4.458088663006743</c:v>
                </c:pt>
                <c:pt idx="59">
                  <c:v>4.494107313962751</c:v>
                </c:pt>
                <c:pt idx="60">
                  <c:v>4.492773929991838</c:v>
                </c:pt>
                <c:pt idx="61">
                  <c:v>4.87129073821004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.0"/>
          <c:min val="3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4.878</c:v>
                </c:pt>
                <c:pt idx="1">
                  <c:v>4.186</c:v>
                </c:pt>
                <c:pt idx="2">
                  <c:v>6.012</c:v>
                </c:pt>
                <c:pt idx="3">
                  <c:v>6.051</c:v>
                </c:pt>
                <c:pt idx="4">
                  <c:v>3.989</c:v>
                </c:pt>
                <c:pt idx="5">
                  <c:v>4.006</c:v>
                </c:pt>
                <c:pt idx="6">
                  <c:v>3.836</c:v>
                </c:pt>
                <c:pt idx="7">
                  <c:v>3.95</c:v>
                </c:pt>
                <c:pt idx="8">
                  <c:v>3.972</c:v>
                </c:pt>
                <c:pt idx="9">
                  <c:v>5.614</c:v>
                </c:pt>
                <c:pt idx="10">
                  <c:v>4.763</c:v>
                </c:pt>
                <c:pt idx="11">
                  <c:v>3.648</c:v>
                </c:pt>
                <c:pt idx="12">
                  <c:v>6.061</c:v>
                </c:pt>
                <c:pt idx="13">
                  <c:v>3.698</c:v>
                </c:pt>
                <c:pt idx="14">
                  <c:v>4.323</c:v>
                </c:pt>
                <c:pt idx="15">
                  <c:v>3.791</c:v>
                </c:pt>
                <c:pt idx="16">
                  <c:v>6.12</c:v>
                </c:pt>
                <c:pt idx="17">
                  <c:v>4.283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5.124</c:v>
                </c:pt>
                <c:pt idx="1">
                  <c:v>4.556</c:v>
                </c:pt>
                <c:pt idx="2">
                  <c:v>2.163</c:v>
                </c:pt>
                <c:pt idx="3">
                  <c:v>2.547</c:v>
                </c:pt>
                <c:pt idx="4">
                  <c:v>1.462</c:v>
                </c:pt>
                <c:pt idx="5">
                  <c:v>4.283</c:v>
                </c:pt>
                <c:pt idx="6">
                  <c:v>4.322</c:v>
                </c:pt>
                <c:pt idx="7">
                  <c:v>4.157</c:v>
                </c:pt>
                <c:pt idx="8">
                  <c:v>3.878</c:v>
                </c:pt>
                <c:pt idx="9">
                  <c:v>2.75</c:v>
                </c:pt>
                <c:pt idx="10">
                  <c:v>3.397</c:v>
                </c:pt>
                <c:pt idx="11">
                  <c:v>4.217</c:v>
                </c:pt>
                <c:pt idx="12">
                  <c:v>2.5</c:v>
                </c:pt>
                <c:pt idx="13">
                  <c:v>2.656</c:v>
                </c:pt>
                <c:pt idx="14">
                  <c:v>1.975</c:v>
                </c:pt>
                <c:pt idx="15">
                  <c:v>3.208</c:v>
                </c:pt>
                <c:pt idx="16">
                  <c:v>2.7</c:v>
                </c:pt>
                <c:pt idx="17">
                  <c:v>2.579</c:v>
                </c:pt>
                <c:pt idx="18">
                  <c:v>3.147</c:v>
                </c:pt>
                <c:pt idx="19">
                  <c:v>2.421</c:v>
                </c:pt>
                <c:pt idx="20">
                  <c:v>2.239</c:v>
                </c:pt>
                <c:pt idx="21">
                  <c:v>2.694</c:v>
                </c:pt>
                <c:pt idx="22">
                  <c:v>2.23</c:v>
                </c:pt>
                <c:pt idx="23">
                  <c:v>2.115</c:v>
                </c:pt>
                <c:pt idx="24">
                  <c:v>4.697</c:v>
                </c:pt>
                <c:pt idx="25">
                  <c:v>3.212</c:v>
                </c:pt>
                <c:pt idx="26">
                  <c:v>4.482</c:v>
                </c:pt>
                <c:pt idx="27">
                  <c:v>2.218</c:v>
                </c:pt>
                <c:pt idx="28">
                  <c:v>1.984</c:v>
                </c:pt>
                <c:pt idx="29">
                  <c:v>3.605</c:v>
                </c:pt>
                <c:pt idx="30">
                  <c:v>3.099</c:v>
                </c:pt>
                <c:pt idx="31">
                  <c:v>3.311</c:v>
                </c:pt>
                <c:pt idx="32">
                  <c:v>3.818</c:v>
                </c:pt>
                <c:pt idx="33">
                  <c:v>3.557</c:v>
                </c:pt>
                <c:pt idx="34">
                  <c:v>3.644</c:v>
                </c:pt>
                <c:pt idx="35">
                  <c:v>2.753</c:v>
                </c:pt>
                <c:pt idx="36">
                  <c:v>4.192401</c:v>
                </c:pt>
                <c:pt idx="37">
                  <c:v>3.072</c:v>
                </c:pt>
                <c:pt idx="38">
                  <c:v>1.832</c:v>
                </c:pt>
                <c:pt idx="39">
                  <c:v>4.606</c:v>
                </c:pt>
                <c:pt idx="40">
                  <c:v>3.5</c:v>
                </c:pt>
                <c:pt idx="41">
                  <c:v>3.596</c:v>
                </c:pt>
                <c:pt idx="42">
                  <c:v>4.101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1.348</c:v>
                </c:pt>
                <c:pt idx="1">
                  <c:v>1.5</c:v>
                </c:pt>
                <c:pt idx="2">
                  <c:v>1.9</c:v>
                </c:pt>
                <c:pt idx="3">
                  <c:v>1.55</c:v>
                </c:pt>
                <c:pt idx="4">
                  <c:v>1.486</c:v>
                </c:pt>
                <c:pt idx="5">
                  <c:v>1.208</c:v>
                </c:pt>
                <c:pt idx="6">
                  <c:v>2.007</c:v>
                </c:pt>
                <c:pt idx="7">
                  <c:v>1.619</c:v>
                </c:pt>
                <c:pt idx="8">
                  <c:v>2.732</c:v>
                </c:pt>
                <c:pt idx="9">
                  <c:v>0.999</c:v>
                </c:pt>
                <c:pt idx="10">
                  <c:v>1.645</c:v>
                </c:pt>
                <c:pt idx="11">
                  <c:v>1.522</c:v>
                </c:pt>
                <c:pt idx="12">
                  <c:v>1.484</c:v>
                </c:pt>
                <c:pt idx="13">
                  <c:v>2.243</c:v>
                </c:pt>
                <c:pt idx="14">
                  <c:v>2.766</c:v>
                </c:pt>
                <c:pt idx="15">
                  <c:v>1.823</c:v>
                </c:pt>
                <c:pt idx="16">
                  <c:v>2.281</c:v>
                </c:pt>
                <c:pt idx="17">
                  <c:v>2.748</c:v>
                </c:pt>
                <c:pt idx="18">
                  <c:v>3.647</c:v>
                </c:pt>
                <c:pt idx="19">
                  <c:v>1.81</c:v>
                </c:pt>
                <c:pt idx="20">
                  <c:v>4.081</c:v>
                </c:pt>
                <c:pt idx="21">
                  <c:v>1.487</c:v>
                </c:pt>
                <c:pt idx="22">
                  <c:v>2.311</c:v>
                </c:pt>
                <c:pt idx="23">
                  <c:v>2.127</c:v>
                </c:pt>
                <c:pt idx="24">
                  <c:v>1.695</c:v>
                </c:pt>
                <c:pt idx="25">
                  <c:v>1.358</c:v>
                </c:pt>
                <c:pt idx="26">
                  <c:v>2.639</c:v>
                </c:pt>
                <c:pt idx="27">
                  <c:v>3.012</c:v>
                </c:pt>
                <c:pt idx="28">
                  <c:v>2.355</c:v>
                </c:pt>
                <c:pt idx="29">
                  <c:v>1.379</c:v>
                </c:pt>
                <c:pt idx="30">
                  <c:v>1.974</c:v>
                </c:pt>
                <c:pt idx="31">
                  <c:v>1.731</c:v>
                </c:pt>
                <c:pt idx="32">
                  <c:v>1.575</c:v>
                </c:pt>
                <c:pt idx="33">
                  <c:v>1.91</c:v>
                </c:pt>
                <c:pt idx="34">
                  <c:v>2.919</c:v>
                </c:pt>
                <c:pt idx="35">
                  <c:v>1.5</c:v>
                </c:pt>
                <c:pt idx="36">
                  <c:v>2.7</c:v>
                </c:pt>
                <c:pt idx="37">
                  <c:v>1.4</c:v>
                </c:pt>
                <c:pt idx="38">
                  <c:v>1.55</c:v>
                </c:pt>
                <c:pt idx="39">
                  <c:v>1.98</c:v>
                </c:pt>
                <c:pt idx="40">
                  <c:v>1.916</c:v>
                </c:pt>
                <c:pt idx="41">
                  <c:v>2.422</c:v>
                </c:pt>
                <c:pt idx="42">
                  <c:v>1.775</c:v>
                </c:pt>
                <c:pt idx="43">
                  <c:v>1.62</c:v>
                </c:pt>
                <c:pt idx="44">
                  <c:v>2.249</c:v>
                </c:pt>
                <c:pt idx="45">
                  <c:v>1.212</c:v>
                </c:pt>
                <c:pt idx="46">
                  <c:v>2.69</c:v>
                </c:pt>
                <c:pt idx="47">
                  <c:v>3.129</c:v>
                </c:pt>
                <c:pt idx="48">
                  <c:v>1.51</c:v>
                </c:pt>
                <c:pt idx="49">
                  <c:v>3.208</c:v>
                </c:pt>
                <c:pt idx="50">
                  <c:v>1.775</c:v>
                </c:pt>
                <c:pt idx="51">
                  <c:v>1.913</c:v>
                </c:pt>
                <c:pt idx="52">
                  <c:v>3.829</c:v>
                </c:pt>
                <c:pt idx="53">
                  <c:v>2.216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1.082</c:v>
                </c:pt>
                <c:pt idx="1">
                  <c:v>1.2</c:v>
                </c:pt>
                <c:pt idx="2">
                  <c:v>1.578</c:v>
                </c:pt>
                <c:pt idx="3">
                  <c:v>1.499</c:v>
                </c:pt>
                <c:pt idx="4">
                  <c:v>1.32</c:v>
                </c:pt>
                <c:pt idx="5">
                  <c:v>1.47</c:v>
                </c:pt>
                <c:pt idx="6">
                  <c:v>1.81</c:v>
                </c:pt>
                <c:pt idx="7">
                  <c:v>1.824</c:v>
                </c:pt>
                <c:pt idx="8">
                  <c:v>1.373</c:v>
                </c:pt>
                <c:pt idx="9">
                  <c:v>1.708</c:v>
                </c:pt>
                <c:pt idx="10">
                  <c:v>1.747</c:v>
                </c:pt>
                <c:pt idx="11">
                  <c:v>1.27</c:v>
                </c:pt>
                <c:pt idx="12">
                  <c:v>1.33</c:v>
                </c:pt>
                <c:pt idx="13">
                  <c:v>1.167</c:v>
                </c:pt>
                <c:pt idx="14">
                  <c:v>1.33</c:v>
                </c:pt>
                <c:pt idx="15">
                  <c:v>1.389</c:v>
                </c:pt>
                <c:pt idx="16">
                  <c:v>1.46</c:v>
                </c:pt>
                <c:pt idx="17">
                  <c:v>1.39</c:v>
                </c:pt>
                <c:pt idx="18">
                  <c:v>1.5</c:v>
                </c:pt>
                <c:pt idx="19">
                  <c:v>1.12</c:v>
                </c:pt>
                <c:pt idx="20">
                  <c:v>1.31</c:v>
                </c:pt>
                <c:pt idx="21">
                  <c:v>1.26</c:v>
                </c:pt>
                <c:pt idx="22">
                  <c:v>1.66</c:v>
                </c:pt>
                <c:pt idx="23">
                  <c:v>1.56</c:v>
                </c:pt>
                <c:pt idx="24">
                  <c:v>1.26</c:v>
                </c:pt>
                <c:pt idx="25">
                  <c:v>2.412</c:v>
                </c:pt>
                <c:pt idx="26">
                  <c:v>1.46</c:v>
                </c:pt>
                <c:pt idx="27">
                  <c:v>1.55</c:v>
                </c:pt>
                <c:pt idx="28">
                  <c:v>1.5</c:v>
                </c:pt>
                <c:pt idx="29">
                  <c:v>1.55</c:v>
                </c:pt>
                <c:pt idx="30">
                  <c:v>2.85</c:v>
                </c:pt>
                <c:pt idx="31">
                  <c:v>1.21</c:v>
                </c:pt>
                <c:pt idx="32">
                  <c:v>1.2</c:v>
                </c:pt>
                <c:pt idx="33">
                  <c:v>1.505</c:v>
                </c:pt>
                <c:pt idx="34">
                  <c:v>0.721</c:v>
                </c:pt>
                <c:pt idx="35">
                  <c:v>1.524</c:v>
                </c:pt>
                <c:pt idx="36">
                  <c:v>1.18</c:v>
                </c:pt>
                <c:pt idx="37">
                  <c:v>1.25</c:v>
                </c:pt>
                <c:pt idx="38">
                  <c:v>1.36</c:v>
                </c:pt>
                <c:pt idx="39">
                  <c:v>1.06</c:v>
                </c:pt>
                <c:pt idx="40">
                  <c:v>1.43</c:v>
                </c:pt>
                <c:pt idx="41">
                  <c:v>1.4</c:v>
                </c:pt>
                <c:pt idx="42">
                  <c:v>3.331</c:v>
                </c:pt>
                <c:pt idx="43">
                  <c:v>1.57</c:v>
                </c:pt>
                <c:pt idx="44">
                  <c:v>2.525</c:v>
                </c:pt>
                <c:pt idx="45">
                  <c:v>2.119</c:v>
                </c:pt>
                <c:pt idx="46">
                  <c:v>1.907</c:v>
                </c:pt>
                <c:pt idx="47">
                  <c:v>1.2</c:v>
                </c:pt>
                <c:pt idx="48">
                  <c:v>1.45</c:v>
                </c:pt>
                <c:pt idx="49">
                  <c:v>1.729</c:v>
                </c:pt>
                <c:pt idx="50">
                  <c:v>1.54</c:v>
                </c:pt>
                <c:pt idx="51">
                  <c:v>1.41</c:v>
                </c:pt>
                <c:pt idx="52">
                  <c:v>2.28</c:v>
                </c:pt>
                <c:pt idx="53">
                  <c:v>0.97</c:v>
                </c:pt>
                <c:pt idx="54">
                  <c:v>1.149</c:v>
                </c:pt>
                <c:pt idx="55">
                  <c:v>1.49</c:v>
                </c:pt>
                <c:pt idx="56">
                  <c:v>1.51</c:v>
                </c:pt>
                <c:pt idx="57">
                  <c:v>1.45</c:v>
                </c:pt>
                <c:pt idx="58">
                  <c:v>2.18</c:v>
                </c:pt>
                <c:pt idx="59">
                  <c:v>1.532</c:v>
                </c:pt>
                <c:pt idx="60">
                  <c:v>1.409</c:v>
                </c:pt>
                <c:pt idx="61">
                  <c:v>1.6165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7.5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53.364</c:v>
                </c:pt>
                <c:pt idx="1">
                  <c:v>87.08199999999999</c:v>
                </c:pt>
                <c:pt idx="2">
                  <c:v>163.093</c:v>
                </c:pt>
                <c:pt idx="3">
                  <c:v>106.884</c:v>
                </c:pt>
                <c:pt idx="4">
                  <c:v>69.86499999999999</c:v>
                </c:pt>
                <c:pt idx="5">
                  <c:v>58.094</c:v>
                </c:pt>
                <c:pt idx="6">
                  <c:v>81.98099999999999</c:v>
                </c:pt>
                <c:pt idx="7">
                  <c:v>126.012</c:v>
                </c:pt>
                <c:pt idx="8">
                  <c:v>129.802</c:v>
                </c:pt>
                <c:pt idx="9">
                  <c:v>138.564</c:v>
                </c:pt>
                <c:pt idx="10">
                  <c:v>153.45</c:v>
                </c:pt>
                <c:pt idx="11">
                  <c:v>113.577</c:v>
                </c:pt>
                <c:pt idx="12">
                  <c:v>145.324</c:v>
                </c:pt>
                <c:pt idx="13">
                  <c:v>30.779</c:v>
                </c:pt>
                <c:pt idx="14">
                  <c:v>66.071</c:v>
                </c:pt>
                <c:pt idx="15">
                  <c:v>93.592</c:v>
                </c:pt>
                <c:pt idx="16">
                  <c:v>134.738</c:v>
                </c:pt>
                <c:pt idx="17">
                  <c:v>106.954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140.84</c:v>
                </c:pt>
                <c:pt idx="1">
                  <c:v>77.84399999999999</c:v>
                </c:pt>
                <c:pt idx="2">
                  <c:v>73.179</c:v>
                </c:pt>
                <c:pt idx="3">
                  <c:v>64.848</c:v>
                </c:pt>
                <c:pt idx="4">
                  <c:v>9.364000000000001</c:v>
                </c:pt>
                <c:pt idx="5">
                  <c:v>92.08499999999999</c:v>
                </c:pt>
                <c:pt idx="6">
                  <c:v>106.661</c:v>
                </c:pt>
                <c:pt idx="7">
                  <c:v>109.88</c:v>
                </c:pt>
                <c:pt idx="8">
                  <c:v>55.233</c:v>
                </c:pt>
                <c:pt idx="9">
                  <c:v>41.754</c:v>
                </c:pt>
                <c:pt idx="10">
                  <c:v>58.238</c:v>
                </c:pt>
                <c:pt idx="11">
                  <c:v>118.577</c:v>
                </c:pt>
                <c:pt idx="12">
                  <c:v>82.07899999999999</c:v>
                </c:pt>
                <c:pt idx="13">
                  <c:v>49.775</c:v>
                </c:pt>
                <c:pt idx="14">
                  <c:v>14.06</c:v>
                </c:pt>
                <c:pt idx="15">
                  <c:v>56.313</c:v>
                </c:pt>
                <c:pt idx="16">
                  <c:v>28.324</c:v>
                </c:pt>
                <c:pt idx="17">
                  <c:v>46.89</c:v>
                </c:pt>
                <c:pt idx="18">
                  <c:v>44.026</c:v>
                </c:pt>
                <c:pt idx="19">
                  <c:v>81.654</c:v>
                </c:pt>
                <c:pt idx="20">
                  <c:v>20.831</c:v>
                </c:pt>
                <c:pt idx="21">
                  <c:v>70.642</c:v>
                </c:pt>
                <c:pt idx="22">
                  <c:v>25.103</c:v>
                </c:pt>
                <c:pt idx="23">
                  <c:v>33.506</c:v>
                </c:pt>
                <c:pt idx="24">
                  <c:v>88.90300000000001</c:v>
                </c:pt>
                <c:pt idx="25">
                  <c:v>66.03400000000001</c:v>
                </c:pt>
                <c:pt idx="26">
                  <c:v>86.432</c:v>
                </c:pt>
                <c:pt idx="27">
                  <c:v>93.452</c:v>
                </c:pt>
                <c:pt idx="28">
                  <c:v>67.169</c:v>
                </c:pt>
                <c:pt idx="29">
                  <c:v>41.095</c:v>
                </c:pt>
                <c:pt idx="30">
                  <c:v>54.069</c:v>
                </c:pt>
                <c:pt idx="31">
                  <c:v>36.043</c:v>
                </c:pt>
                <c:pt idx="32">
                  <c:v>60.242</c:v>
                </c:pt>
                <c:pt idx="33">
                  <c:v>50.372</c:v>
                </c:pt>
                <c:pt idx="34">
                  <c:v>86.19499999999999</c:v>
                </c:pt>
                <c:pt idx="35">
                  <c:v>68.726</c:v>
                </c:pt>
                <c:pt idx="36">
                  <c:v>77.05</c:v>
                </c:pt>
                <c:pt idx="37">
                  <c:v>40.437</c:v>
                </c:pt>
                <c:pt idx="38">
                  <c:v>4.315</c:v>
                </c:pt>
                <c:pt idx="39">
                  <c:v>113.209</c:v>
                </c:pt>
                <c:pt idx="40">
                  <c:v>34.081</c:v>
                </c:pt>
                <c:pt idx="41">
                  <c:v>66.21899999999999</c:v>
                </c:pt>
                <c:pt idx="42">
                  <c:v>115.907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12.789</c:v>
                </c:pt>
                <c:pt idx="1">
                  <c:v>26.414</c:v>
                </c:pt>
                <c:pt idx="2">
                  <c:v>13.445</c:v>
                </c:pt>
                <c:pt idx="3">
                  <c:v>34.767</c:v>
                </c:pt>
                <c:pt idx="4">
                  <c:v>11.217</c:v>
                </c:pt>
                <c:pt idx="5">
                  <c:v>8.595000000000001</c:v>
                </c:pt>
                <c:pt idx="6">
                  <c:v>55.232</c:v>
                </c:pt>
                <c:pt idx="7">
                  <c:v>42.686</c:v>
                </c:pt>
                <c:pt idx="8">
                  <c:v>53.805</c:v>
                </c:pt>
                <c:pt idx="9">
                  <c:v>5.227</c:v>
                </c:pt>
                <c:pt idx="10">
                  <c:v>59.473</c:v>
                </c:pt>
                <c:pt idx="11">
                  <c:v>38.755</c:v>
                </c:pt>
                <c:pt idx="12">
                  <c:v>34.138</c:v>
                </c:pt>
                <c:pt idx="13">
                  <c:v>52.774</c:v>
                </c:pt>
                <c:pt idx="14">
                  <c:v>8.698</c:v>
                </c:pt>
                <c:pt idx="15">
                  <c:v>55.531</c:v>
                </c:pt>
                <c:pt idx="16">
                  <c:v>21.169</c:v>
                </c:pt>
                <c:pt idx="17">
                  <c:v>43.719</c:v>
                </c:pt>
                <c:pt idx="18">
                  <c:v>91.70699999999999</c:v>
                </c:pt>
                <c:pt idx="19">
                  <c:v>21.137</c:v>
                </c:pt>
                <c:pt idx="20">
                  <c:v>150.442</c:v>
                </c:pt>
                <c:pt idx="21">
                  <c:v>29.088</c:v>
                </c:pt>
                <c:pt idx="22">
                  <c:v>68.26900000000001</c:v>
                </c:pt>
                <c:pt idx="23">
                  <c:v>26.419</c:v>
                </c:pt>
                <c:pt idx="24">
                  <c:v>26.204</c:v>
                </c:pt>
                <c:pt idx="25">
                  <c:v>36.541</c:v>
                </c:pt>
                <c:pt idx="26">
                  <c:v>18.425</c:v>
                </c:pt>
                <c:pt idx="27">
                  <c:v>18.235</c:v>
                </c:pt>
                <c:pt idx="28">
                  <c:v>5.923</c:v>
                </c:pt>
                <c:pt idx="29">
                  <c:v>27.829</c:v>
                </c:pt>
                <c:pt idx="30">
                  <c:v>15.091</c:v>
                </c:pt>
                <c:pt idx="31">
                  <c:v>23.04</c:v>
                </c:pt>
                <c:pt idx="32">
                  <c:v>5.425</c:v>
                </c:pt>
                <c:pt idx="33">
                  <c:v>60.099</c:v>
                </c:pt>
                <c:pt idx="34">
                  <c:v>71.839</c:v>
                </c:pt>
                <c:pt idx="35">
                  <c:v>12.963</c:v>
                </c:pt>
                <c:pt idx="36">
                  <c:v>19.739</c:v>
                </c:pt>
                <c:pt idx="37">
                  <c:v>19.768</c:v>
                </c:pt>
                <c:pt idx="38">
                  <c:v>5.962</c:v>
                </c:pt>
                <c:pt idx="39">
                  <c:v>43.562</c:v>
                </c:pt>
                <c:pt idx="40">
                  <c:v>31.887</c:v>
                </c:pt>
                <c:pt idx="41">
                  <c:v>70.33199999999999</c:v>
                </c:pt>
                <c:pt idx="42">
                  <c:v>54.23</c:v>
                </c:pt>
                <c:pt idx="43">
                  <c:v>13.669</c:v>
                </c:pt>
                <c:pt idx="44">
                  <c:v>48.032</c:v>
                </c:pt>
                <c:pt idx="45">
                  <c:v>26.145</c:v>
                </c:pt>
                <c:pt idx="46">
                  <c:v>21.227</c:v>
                </c:pt>
                <c:pt idx="47">
                  <c:v>24.841</c:v>
                </c:pt>
                <c:pt idx="48">
                  <c:v>12.055</c:v>
                </c:pt>
                <c:pt idx="49">
                  <c:v>27.507</c:v>
                </c:pt>
                <c:pt idx="50">
                  <c:v>42.3</c:v>
                </c:pt>
                <c:pt idx="51">
                  <c:v>34.277</c:v>
                </c:pt>
                <c:pt idx="52">
                  <c:v>43.538</c:v>
                </c:pt>
                <c:pt idx="53">
                  <c:v>51.56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3.48</c:v>
                </c:pt>
                <c:pt idx="1">
                  <c:v>3.103</c:v>
                </c:pt>
                <c:pt idx="2">
                  <c:v>32.932</c:v>
                </c:pt>
                <c:pt idx="3">
                  <c:v>6.715</c:v>
                </c:pt>
                <c:pt idx="4">
                  <c:v>3.836</c:v>
                </c:pt>
                <c:pt idx="5">
                  <c:v>3.67</c:v>
                </c:pt>
                <c:pt idx="6">
                  <c:v>39.098</c:v>
                </c:pt>
                <c:pt idx="7">
                  <c:v>7.535</c:v>
                </c:pt>
                <c:pt idx="8">
                  <c:v>24.564</c:v>
                </c:pt>
                <c:pt idx="9">
                  <c:v>45.332</c:v>
                </c:pt>
                <c:pt idx="10">
                  <c:v>8.518000000000001</c:v>
                </c:pt>
                <c:pt idx="11">
                  <c:v>4.805</c:v>
                </c:pt>
                <c:pt idx="12">
                  <c:v>1.483</c:v>
                </c:pt>
                <c:pt idx="13">
                  <c:v>6.542</c:v>
                </c:pt>
                <c:pt idx="14">
                  <c:v>26.251</c:v>
                </c:pt>
                <c:pt idx="15">
                  <c:v>6.981</c:v>
                </c:pt>
                <c:pt idx="16">
                  <c:v>5.979</c:v>
                </c:pt>
                <c:pt idx="17">
                  <c:v>5.473</c:v>
                </c:pt>
                <c:pt idx="18">
                  <c:v>1.14</c:v>
                </c:pt>
                <c:pt idx="19">
                  <c:v>4.809</c:v>
                </c:pt>
                <c:pt idx="20">
                  <c:v>5.026</c:v>
                </c:pt>
                <c:pt idx="21">
                  <c:v>3.095</c:v>
                </c:pt>
                <c:pt idx="22">
                  <c:v>3.507</c:v>
                </c:pt>
                <c:pt idx="23">
                  <c:v>8.359</c:v>
                </c:pt>
                <c:pt idx="24">
                  <c:v>7.044</c:v>
                </c:pt>
                <c:pt idx="25">
                  <c:v>69.92700000000001</c:v>
                </c:pt>
                <c:pt idx="26">
                  <c:v>6.57</c:v>
                </c:pt>
                <c:pt idx="27">
                  <c:v>17.537</c:v>
                </c:pt>
                <c:pt idx="28">
                  <c:v>4.069</c:v>
                </c:pt>
                <c:pt idx="29">
                  <c:v>3.369</c:v>
                </c:pt>
                <c:pt idx="30">
                  <c:v>6.204</c:v>
                </c:pt>
                <c:pt idx="31">
                  <c:v>2.852</c:v>
                </c:pt>
                <c:pt idx="32">
                  <c:v>1.737</c:v>
                </c:pt>
                <c:pt idx="33">
                  <c:v>35.183</c:v>
                </c:pt>
                <c:pt idx="34">
                  <c:v>0.537</c:v>
                </c:pt>
                <c:pt idx="35">
                  <c:v>1.576</c:v>
                </c:pt>
                <c:pt idx="36">
                  <c:v>5.854</c:v>
                </c:pt>
                <c:pt idx="37">
                  <c:v>4.023</c:v>
                </c:pt>
                <c:pt idx="38">
                  <c:v>7.565</c:v>
                </c:pt>
                <c:pt idx="39">
                  <c:v>10.398</c:v>
                </c:pt>
                <c:pt idx="40">
                  <c:v>1.858</c:v>
                </c:pt>
                <c:pt idx="41">
                  <c:v>1.405</c:v>
                </c:pt>
                <c:pt idx="42">
                  <c:v>76.239</c:v>
                </c:pt>
                <c:pt idx="43">
                  <c:v>10.879</c:v>
                </c:pt>
                <c:pt idx="44">
                  <c:v>5.986</c:v>
                </c:pt>
                <c:pt idx="45">
                  <c:v>57.342</c:v>
                </c:pt>
                <c:pt idx="46">
                  <c:v>29.927</c:v>
                </c:pt>
                <c:pt idx="47">
                  <c:v>6.191</c:v>
                </c:pt>
                <c:pt idx="48">
                  <c:v>6.985</c:v>
                </c:pt>
                <c:pt idx="49">
                  <c:v>5.693</c:v>
                </c:pt>
                <c:pt idx="50">
                  <c:v>33.75</c:v>
                </c:pt>
                <c:pt idx="51">
                  <c:v>12.974</c:v>
                </c:pt>
                <c:pt idx="52">
                  <c:v>11.114</c:v>
                </c:pt>
                <c:pt idx="53">
                  <c:v>2.16</c:v>
                </c:pt>
                <c:pt idx="54">
                  <c:v>1.158</c:v>
                </c:pt>
                <c:pt idx="55">
                  <c:v>24.59</c:v>
                </c:pt>
                <c:pt idx="56">
                  <c:v>3.496</c:v>
                </c:pt>
                <c:pt idx="57">
                  <c:v>1.792</c:v>
                </c:pt>
                <c:pt idx="58">
                  <c:v>54.516</c:v>
                </c:pt>
                <c:pt idx="59">
                  <c:v>35.994</c:v>
                </c:pt>
                <c:pt idx="60">
                  <c:v>26.188</c:v>
                </c:pt>
                <c:pt idx="61">
                  <c:v>13.145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4.5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9.09471226</c:v>
                </c:pt>
                <c:pt idx="1">
                  <c:v>7.79943228</c:v>
                </c:pt>
                <c:pt idx="2">
                  <c:v>10.65553188</c:v>
                </c:pt>
                <c:pt idx="3">
                  <c:v>3.68495083</c:v>
                </c:pt>
                <c:pt idx="4">
                  <c:v>2.80310345</c:v>
                </c:pt>
                <c:pt idx="5">
                  <c:v>2.89250112</c:v>
                </c:pt>
                <c:pt idx="6">
                  <c:v>8.82204819</c:v>
                </c:pt>
                <c:pt idx="7">
                  <c:v>13.00574875</c:v>
                </c:pt>
                <c:pt idx="8">
                  <c:v>3.42822957</c:v>
                </c:pt>
                <c:pt idx="9">
                  <c:v>3.81316996</c:v>
                </c:pt>
                <c:pt idx="10">
                  <c:v>8.50126553</c:v>
                </c:pt>
                <c:pt idx="11">
                  <c:v>6.53459597</c:v>
                </c:pt>
                <c:pt idx="12">
                  <c:v>4.04895782</c:v>
                </c:pt>
                <c:pt idx="13">
                  <c:v>5.12708998</c:v>
                </c:pt>
                <c:pt idx="14">
                  <c:v>2.85165739</c:v>
                </c:pt>
                <c:pt idx="15">
                  <c:v>4.71883011</c:v>
                </c:pt>
                <c:pt idx="16">
                  <c:v>4.99707747</c:v>
                </c:pt>
                <c:pt idx="17">
                  <c:v>4.23600149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2.54692864</c:v>
                </c:pt>
                <c:pt idx="1">
                  <c:v>3.33732462</c:v>
                </c:pt>
                <c:pt idx="2">
                  <c:v>2.17014575</c:v>
                </c:pt>
                <c:pt idx="3">
                  <c:v>6.91864729</c:v>
                </c:pt>
                <c:pt idx="4">
                  <c:v>4.41551638</c:v>
                </c:pt>
                <c:pt idx="5">
                  <c:v>3.43218303</c:v>
                </c:pt>
                <c:pt idx="6">
                  <c:v>4.5545516</c:v>
                </c:pt>
                <c:pt idx="7">
                  <c:v>3.29744148</c:v>
                </c:pt>
                <c:pt idx="8">
                  <c:v>6.55212021</c:v>
                </c:pt>
                <c:pt idx="9">
                  <c:v>4.88449335</c:v>
                </c:pt>
                <c:pt idx="10">
                  <c:v>2.94686937</c:v>
                </c:pt>
                <c:pt idx="11">
                  <c:v>3.69442987</c:v>
                </c:pt>
                <c:pt idx="12">
                  <c:v>7.70976162</c:v>
                </c:pt>
                <c:pt idx="13">
                  <c:v>3.19156528</c:v>
                </c:pt>
                <c:pt idx="14">
                  <c:v>3.33944035</c:v>
                </c:pt>
                <c:pt idx="15">
                  <c:v>4.35172892</c:v>
                </c:pt>
                <c:pt idx="16">
                  <c:v>4.50344467</c:v>
                </c:pt>
                <c:pt idx="17">
                  <c:v>4.61706829</c:v>
                </c:pt>
                <c:pt idx="18">
                  <c:v>10.94525623</c:v>
                </c:pt>
                <c:pt idx="19">
                  <c:v>1.32651615</c:v>
                </c:pt>
                <c:pt idx="20">
                  <c:v>5.57497263</c:v>
                </c:pt>
                <c:pt idx="21">
                  <c:v>12.61182117</c:v>
                </c:pt>
                <c:pt idx="22">
                  <c:v>6.06396198</c:v>
                </c:pt>
                <c:pt idx="23">
                  <c:v>4.45748425</c:v>
                </c:pt>
                <c:pt idx="24">
                  <c:v>4.34333467</c:v>
                </c:pt>
                <c:pt idx="25">
                  <c:v>9.48251629</c:v>
                </c:pt>
                <c:pt idx="26">
                  <c:v>4.19086456</c:v>
                </c:pt>
                <c:pt idx="27">
                  <c:v>8.298792840000001</c:v>
                </c:pt>
                <c:pt idx="28">
                  <c:v>6.15843678</c:v>
                </c:pt>
                <c:pt idx="29">
                  <c:v>2.51988316</c:v>
                </c:pt>
                <c:pt idx="30">
                  <c:v>2.87081432</c:v>
                </c:pt>
                <c:pt idx="31">
                  <c:v>10.73343945</c:v>
                </c:pt>
                <c:pt idx="32">
                  <c:v>4.32314825</c:v>
                </c:pt>
                <c:pt idx="33">
                  <c:v>5.36366177</c:v>
                </c:pt>
                <c:pt idx="34">
                  <c:v>5.77292156</c:v>
                </c:pt>
                <c:pt idx="35">
                  <c:v>7.49763966</c:v>
                </c:pt>
                <c:pt idx="36">
                  <c:v>6.10829544</c:v>
                </c:pt>
                <c:pt idx="37">
                  <c:v>7.43789911</c:v>
                </c:pt>
                <c:pt idx="38">
                  <c:v>7.98537874</c:v>
                </c:pt>
                <c:pt idx="39">
                  <c:v>3.05201221</c:v>
                </c:pt>
                <c:pt idx="40">
                  <c:v>6.74312878</c:v>
                </c:pt>
                <c:pt idx="41">
                  <c:v>4.1186676</c:v>
                </c:pt>
                <c:pt idx="42">
                  <c:v>5.97841072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7.05240345</c:v>
                </c:pt>
                <c:pt idx="1">
                  <c:v>10.2695179</c:v>
                </c:pt>
                <c:pt idx="2">
                  <c:v>9.32119179</c:v>
                </c:pt>
                <c:pt idx="3">
                  <c:v>4.27113533</c:v>
                </c:pt>
                <c:pt idx="4">
                  <c:v>8.9216938</c:v>
                </c:pt>
                <c:pt idx="5">
                  <c:v>7.08167362</c:v>
                </c:pt>
                <c:pt idx="6">
                  <c:v>4.14735794</c:v>
                </c:pt>
                <c:pt idx="7">
                  <c:v>9.730927469999999</c:v>
                </c:pt>
                <c:pt idx="8">
                  <c:v>6.25574684</c:v>
                </c:pt>
                <c:pt idx="9">
                  <c:v>5.94388866</c:v>
                </c:pt>
                <c:pt idx="10">
                  <c:v>8.158381459999999</c:v>
                </c:pt>
                <c:pt idx="11">
                  <c:v>5.84791613</c:v>
                </c:pt>
                <c:pt idx="12">
                  <c:v>5.00757647</c:v>
                </c:pt>
                <c:pt idx="13">
                  <c:v>4.59880495</c:v>
                </c:pt>
                <c:pt idx="14">
                  <c:v>4.35082531</c:v>
                </c:pt>
                <c:pt idx="15">
                  <c:v>7.56167889</c:v>
                </c:pt>
                <c:pt idx="16">
                  <c:v>3.61524153</c:v>
                </c:pt>
                <c:pt idx="17">
                  <c:v>12.88087559</c:v>
                </c:pt>
                <c:pt idx="18">
                  <c:v>3.13430715</c:v>
                </c:pt>
                <c:pt idx="19">
                  <c:v>6.85758877</c:v>
                </c:pt>
                <c:pt idx="20">
                  <c:v>3.49941635</c:v>
                </c:pt>
                <c:pt idx="21">
                  <c:v>4.65330839</c:v>
                </c:pt>
                <c:pt idx="22">
                  <c:v>6.80241346</c:v>
                </c:pt>
                <c:pt idx="23">
                  <c:v>2.70239949</c:v>
                </c:pt>
                <c:pt idx="24">
                  <c:v>6.02542305</c:v>
                </c:pt>
                <c:pt idx="25">
                  <c:v>7.60493946</c:v>
                </c:pt>
                <c:pt idx="26">
                  <c:v>7.66000605</c:v>
                </c:pt>
                <c:pt idx="27">
                  <c:v>3.76701546</c:v>
                </c:pt>
                <c:pt idx="28">
                  <c:v>7.80515862</c:v>
                </c:pt>
                <c:pt idx="29">
                  <c:v>4.7298274</c:v>
                </c:pt>
                <c:pt idx="30">
                  <c:v>3.68313766</c:v>
                </c:pt>
                <c:pt idx="31">
                  <c:v>6.7359705</c:v>
                </c:pt>
                <c:pt idx="32">
                  <c:v>9.249735830000001</c:v>
                </c:pt>
                <c:pt idx="33">
                  <c:v>5.50398684</c:v>
                </c:pt>
                <c:pt idx="34">
                  <c:v>13.40528965</c:v>
                </c:pt>
                <c:pt idx="35">
                  <c:v>7.42730284</c:v>
                </c:pt>
                <c:pt idx="36">
                  <c:v>6.07207489</c:v>
                </c:pt>
                <c:pt idx="37">
                  <c:v>5.56544495</c:v>
                </c:pt>
                <c:pt idx="38">
                  <c:v>3.95760036</c:v>
                </c:pt>
                <c:pt idx="39">
                  <c:v>5.63786411</c:v>
                </c:pt>
                <c:pt idx="40">
                  <c:v>5.10122538</c:v>
                </c:pt>
                <c:pt idx="41">
                  <c:v>8.35731316</c:v>
                </c:pt>
                <c:pt idx="42">
                  <c:v>9.28738594</c:v>
                </c:pt>
                <c:pt idx="43">
                  <c:v>8.03133774</c:v>
                </c:pt>
                <c:pt idx="44">
                  <c:v>5.40666008</c:v>
                </c:pt>
                <c:pt idx="45">
                  <c:v>4.53787661</c:v>
                </c:pt>
                <c:pt idx="46">
                  <c:v>5.49789095</c:v>
                </c:pt>
                <c:pt idx="47">
                  <c:v>7.36037779</c:v>
                </c:pt>
                <c:pt idx="48">
                  <c:v>4.27524424</c:v>
                </c:pt>
                <c:pt idx="49">
                  <c:v>27.08968544</c:v>
                </c:pt>
                <c:pt idx="50">
                  <c:v>4.43696308</c:v>
                </c:pt>
                <c:pt idx="51">
                  <c:v>4.56109476</c:v>
                </c:pt>
                <c:pt idx="52">
                  <c:v>6.78103304</c:v>
                </c:pt>
                <c:pt idx="53">
                  <c:v>8.909667969999999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7.69928026</c:v>
                </c:pt>
                <c:pt idx="1">
                  <c:v>4.97095108</c:v>
                </c:pt>
                <c:pt idx="2">
                  <c:v>3.91348195</c:v>
                </c:pt>
                <c:pt idx="3">
                  <c:v>10.39852047</c:v>
                </c:pt>
                <c:pt idx="4">
                  <c:v>11.15297318</c:v>
                </c:pt>
                <c:pt idx="5">
                  <c:v>10.80371571</c:v>
                </c:pt>
                <c:pt idx="6">
                  <c:v>7.91853094</c:v>
                </c:pt>
                <c:pt idx="7">
                  <c:v>3.99562383</c:v>
                </c:pt>
                <c:pt idx="8">
                  <c:v>6.30260801</c:v>
                </c:pt>
                <c:pt idx="9">
                  <c:v>5.40463829</c:v>
                </c:pt>
                <c:pt idx="10">
                  <c:v>2.2286067</c:v>
                </c:pt>
                <c:pt idx="11">
                  <c:v>11.18692875</c:v>
                </c:pt>
                <c:pt idx="12">
                  <c:v>11.69096088</c:v>
                </c:pt>
                <c:pt idx="13">
                  <c:v>10.17470455</c:v>
                </c:pt>
                <c:pt idx="14">
                  <c:v>6.8663702</c:v>
                </c:pt>
                <c:pt idx="15">
                  <c:v>8.11912918</c:v>
                </c:pt>
                <c:pt idx="16">
                  <c:v>8.42677402</c:v>
                </c:pt>
                <c:pt idx="17">
                  <c:v>11.74428654</c:v>
                </c:pt>
                <c:pt idx="18">
                  <c:v>9.5572958</c:v>
                </c:pt>
                <c:pt idx="19">
                  <c:v>9.2206583</c:v>
                </c:pt>
                <c:pt idx="20">
                  <c:v>7.47082138</c:v>
                </c:pt>
                <c:pt idx="21">
                  <c:v>10.47389507</c:v>
                </c:pt>
                <c:pt idx="22">
                  <c:v>11.51974583</c:v>
                </c:pt>
                <c:pt idx="23">
                  <c:v>10.99128914</c:v>
                </c:pt>
                <c:pt idx="24">
                  <c:v>8.39367008</c:v>
                </c:pt>
                <c:pt idx="25">
                  <c:v>2.46673751</c:v>
                </c:pt>
                <c:pt idx="26">
                  <c:v>7.14699411</c:v>
                </c:pt>
                <c:pt idx="27">
                  <c:v>6.36868954</c:v>
                </c:pt>
                <c:pt idx="28">
                  <c:v>6.57538509</c:v>
                </c:pt>
                <c:pt idx="29">
                  <c:v>8.70510101</c:v>
                </c:pt>
                <c:pt idx="30">
                  <c:v>7.09822369</c:v>
                </c:pt>
                <c:pt idx="31">
                  <c:v>8.40559483</c:v>
                </c:pt>
                <c:pt idx="32">
                  <c:v>10.73979473</c:v>
                </c:pt>
                <c:pt idx="33">
                  <c:v>5.73595428</c:v>
                </c:pt>
                <c:pt idx="34">
                  <c:v>8.5650692</c:v>
                </c:pt>
                <c:pt idx="35">
                  <c:v>4.96311998</c:v>
                </c:pt>
                <c:pt idx="36">
                  <c:v>7.31801939</c:v>
                </c:pt>
                <c:pt idx="37">
                  <c:v>5.78777981</c:v>
                </c:pt>
                <c:pt idx="38">
                  <c:v>7.27783823</c:v>
                </c:pt>
                <c:pt idx="39">
                  <c:v>8.84301376</c:v>
                </c:pt>
                <c:pt idx="40">
                  <c:v>9.831500050000001</c:v>
                </c:pt>
                <c:pt idx="41">
                  <c:v>9.42925453</c:v>
                </c:pt>
                <c:pt idx="42">
                  <c:v>18.21076012</c:v>
                </c:pt>
                <c:pt idx="43">
                  <c:v>10.12947655</c:v>
                </c:pt>
                <c:pt idx="44">
                  <c:v>3.49047446</c:v>
                </c:pt>
                <c:pt idx="45">
                  <c:v>8.33022976</c:v>
                </c:pt>
                <c:pt idx="46">
                  <c:v>10.85468197</c:v>
                </c:pt>
                <c:pt idx="47">
                  <c:v>7.13848782</c:v>
                </c:pt>
                <c:pt idx="48">
                  <c:v>10.02761173</c:v>
                </c:pt>
                <c:pt idx="49">
                  <c:v>2.52358818</c:v>
                </c:pt>
                <c:pt idx="50">
                  <c:v>5.70901489</c:v>
                </c:pt>
                <c:pt idx="51">
                  <c:v>7.04438496</c:v>
                </c:pt>
                <c:pt idx="52">
                  <c:v>5.68722248</c:v>
                </c:pt>
                <c:pt idx="53">
                  <c:v>4.49163246</c:v>
                </c:pt>
                <c:pt idx="54">
                  <c:v>6.60829115</c:v>
                </c:pt>
                <c:pt idx="55">
                  <c:v>7.35262203</c:v>
                </c:pt>
                <c:pt idx="56">
                  <c:v>9.300088880000001</c:v>
                </c:pt>
                <c:pt idx="57">
                  <c:v>11.152915</c:v>
                </c:pt>
                <c:pt idx="58">
                  <c:v>4.48238087</c:v>
                </c:pt>
                <c:pt idx="59">
                  <c:v>7.52568626</c:v>
                </c:pt>
                <c:pt idx="60">
                  <c:v>9.01887608</c:v>
                </c:pt>
                <c:pt idx="61">
                  <c:v>16.69414902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9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MMR</c:v>
                </c:pt>
              </c:strCache>
            </c:strRef>
          </c:tx>
          <c:spPr>
            <a:solidFill>
              <a:srgbClr val="BD5829"/>
            </a:solidFill>
            <a:ln>
              <a:solidFill>
                <a:srgbClr val="BD5829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170.3104838</c:v>
                </c:pt>
                <c:pt idx="1">
                  <c:v>47.929730395</c:v>
                </c:pt>
                <c:pt idx="2">
                  <c:v>19.204314575</c:v>
                </c:pt>
                <c:pt idx="3">
                  <c:v>13.36498988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1dc945fec2030f3e21e5f47bd0ccfd31bc3dfbb036dcf9c070cc14213522e0e2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Global maternal mortality, 2000–2023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800" b="1">
                <a:solidFill>
                  <a:srgbClr val="18334A"/>
                </a:solidFill>
                <a:latin typeface="Aptos"/>
              </a:defRPr>
            </a:pPr>
            <a:r>
              <a:t>Trends, inequalities and</a:t>
            </a:r>
          </a:p>
          <a:p>
            <a:pPr>
              <a:spcAft>
                <a:spcPts val="1200"/>
              </a:spcAft>
              <a:defRPr sz="3800" b="1">
                <a:solidFill>
                  <a:srgbClr val="18334A"/>
                </a:solidFill>
                <a:latin typeface="Aptos"/>
              </a:defRPr>
            </a:pPr>
            <a:r>
              <a:t>exploratory associations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087F78"/>
                </a:solidFill>
                <a:latin typeface="Aptos"/>
              </a:defRPr>
            </a:pPr>
            <a:r>
              <a:t>195 countries and territories</a:t>
            </a:r>
          </a:p>
          <a:p>
            <a:pPr>
              <a:spcAft>
                <a:spcPts val="1200"/>
              </a:spcAft>
              <a:defRPr sz="2400" b="0">
                <a:solidFill>
                  <a:srgbClr val="087F78"/>
                </a:solidFill>
                <a:latin typeface="Aptos"/>
              </a:defRPr>
            </a:pPr>
            <a:r>
              <a:t>177 countries in the complete balanced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26579"/>
                </a:solidFill>
                <a:latin typeface="Aptos"/>
              </a:defRPr>
            </a:pPr>
            <a:r>
              <a:t>Dr. Aung Chit Moe, MBBS</a:t>
            </a:r>
          </a:p>
          <a:p>
            <a:pPr>
              <a:spcAft>
                <a:spcPts val="1200"/>
              </a:spcAft>
              <a:defRPr sz="1900" b="0">
                <a:solidFill>
                  <a:srgbClr val="526579"/>
                </a:solidFill>
                <a:latin typeface="Aptos"/>
              </a:defRPr>
            </a:pPr>
            <a:r>
              <a:t>Healthcare data analytics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Research question and analytical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did estimated maternal mortality change across countries?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do country-level inequalities differ by fixed income group?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are estimated outcomes associated with economic resources and national fertility indicators?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Unit of analysis: country and calendar year. The data do not identify individual clinical risk.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The outcome already depends on economic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WHO/UN MMEIG combines mortality observations with statistical estimation.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BMat uses GDP, general fertility and skilled birth attendance. These inputs become more influential when direct observations are sparse.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A GDP regression on MMEIG estimates is partly dependent on how the outcome was constructed.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The portfolio presents descriptive trends and exploratory associations. It does not independently establish economic or fertility effects.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WHO 2025 report, sections 3.2.4 and 3.4.2. Outcome intervals are marginal 80% uncertainty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Data coverage and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4/15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21792"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Countries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Country-years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Full outcome grid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195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4,680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complete panel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All complete country-years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4,406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Calculated integrity audit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19 checks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The audit checks keys, bounds, logarithms, sample flags, storage consistency and cached hashes. Passing does not establish scientific validity.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Country averages and aggregate mortality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5/15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MMR: deaths per 100,000 live births. The derived ratio uses summed country median death estimates and births, so it may differ from the official global posterior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Income-group differences persist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6/15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Country-median MMR using all available countries. Income labels are fixed at acquisition, not historical classifications. Cook Islands is unclassified and omitted from these four group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GDP and estimated mortality,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7/15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Horizontal: log10 GDP per capita, constant 2021 PPP dollars. Vertical: log10 MMR. Each point is a balanced-sample country. GDP also informs MMEIG estimates.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National fertility indicators and mortality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8/15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08760"/>
          <a:ext cx="52120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1206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A"/>
                </a:solidFill>
                <a:latin typeface="Aptos"/>
              </a:defRPr>
            </a:pPr>
            <a:r>
              <a:t>Total fertility: births/woman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508760"/>
          <a:ext cx="521208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51206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A"/>
                </a:solidFill>
                <a:latin typeface="Aptos"/>
              </a:defRPr>
            </a:pPr>
            <a:r>
              <a:t>Adolescent fertility: births/1,000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Vertical axes: log10 MMR, 2023 balanced sample. National fertility does not measure individual parity, birth spacing or pregnancy risk. Demographic inputs also inform upstream estimation.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Health expenditure measures several financing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9/15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576072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766560" y="1417320"/>
          <a:ext cx="4617720" cy="3840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Left: expenditure % GDP versus log10 MMR. Right: calculated expenditure quartiles versus country-median MMR. CHE includes public, private and external financing, rather than government priority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Balanced-panel exploratory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10/15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79120"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Predictor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Coefficient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95% confidence interval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Log GDP PPP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-0.4959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-0.6475 to -0.3444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Health exp. % GDP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0.0110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-0.0023 to 0.0242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Total fertility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0.1308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0.0076 to 0.2539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Adolescent fertility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-0.0007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-0.0048 to 0.0034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Urban population %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-0.0045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-0.0118 to 0.0027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Outcome: log MMR. Country and year fixed effects, equal country-year weighting and country-clustered t inference. CIs are conditional on the model and do not propagate all MMEIG uncertainty.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Sensitivity to sample and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11/15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1960"/>
                <a:gridCol w="1097280"/>
                <a:gridCol w="1645920"/>
                <a:gridCol w="3703320"/>
              </a:tblGrid>
              <a:tr h="555171"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GDP slope specification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Rows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Coefficient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95% CI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panel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-0.648 to -0.344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All complete country-years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4,406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-0.636 to -0.352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panel, 2000–2019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3,540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-0.527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-0.698 to -0.355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Outcome: lower 80% UI limit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-0.658 to -0.331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Outcome: upper 80% UI limit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-0.628 to -0.327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Consecutive annual first differences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4,071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-0.201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-0.303 to -0.099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Marginal outcome-bound replacements are sensitivity fits, not joint posterior draws. Full tables also report four income-subset models and all other predictors.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Diagnostics identify concerns without removing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12/15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492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463040"/>
              </a:tblGrid>
              <a:tr h="594360">
                <a:tc>
                  <a:txBody>
                    <a:bodyPr wrap="square"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Within-panel predictor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VIF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Log GDP per capita (constant PPP)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1.05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Current health expenditure (% GDP)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1.04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Total fertility (births/woman)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1.84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Adolescent fertility (births/1,000)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1.72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Urban population (%)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1.12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645920"/>
            <a:ext cx="36576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Residual lag-1 correlation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0.743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GDP slope after one-country omission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-0.518 to -0.470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Clustered standard errors address within-country dependence under cluster assumptions. Upstream shared modeling, changing confounding and influential countries remain relevant.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The balanced sample excludes different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13/15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621792"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Year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 group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Countries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Median MMR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2000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Included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67.6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2000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Excluded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137.2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Included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42.1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Excluded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92.7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Excluded settings include Afghanistan, Somalia, South Sudan, Syria and Yemen. Complete-case analysis does not eliminate selection bias. Full descriptive outputs retain all available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Interpretation and remaining research needs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The study describes national trends and inequalities and examines exploratory conditional associations.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It cannot identify clinical mechanisms, individual risk, or the effects of changing expenditure or fertility.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A source-quality-restricted analysis needs defensible country-period CRVS classifications.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Full uncertainty propagation requires suitable joint posterior draws. These tasks remain open.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Reproducible portfolio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One audited input snapshot feeds calculated tables, figures, the notebook, dashboard and this briefing.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Run: python src/run_pipeline.py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Check: python -m pytest -q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Source code: github.com/AungChitMoe1995/global-maternal-mortality-analytics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AI tools assisted implementation. I directed the research questions and reviewed the outputs within my current technical understanding.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